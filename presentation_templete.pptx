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2"/>
  </p:notesMasterIdLst>
  <p:sldIdLst>
    <p:sldId id="267" r:id="rId2"/>
    <p:sldId id="275" r:id="rId3"/>
    <p:sldId id="276" r:id="rId4"/>
    <p:sldId id="274" r:id="rId5"/>
    <p:sldId id="273" r:id="rId6"/>
    <p:sldId id="272" r:id="rId7"/>
    <p:sldId id="268" r:id="rId8"/>
    <p:sldId id="271" r:id="rId9"/>
    <p:sldId id="269" r:id="rId10"/>
    <p:sldId id="27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1236" y="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CE98ED-397C-46D5-8181-48E8D3AFDA5D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E57443-D216-4754-BB11-C4388D43CD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623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F86DC-3C5D-4CDD-9463-0B635603F8B9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INTERNATIONAL CONFERENCE ON EMERGING TRENDS IN ARTIFICIAL INTELLIGENCE &amp; COMPUTATIONAL SCIENCES (ICET-AICS 2026)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702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F31ED-2C3F-4ADA-8D9A-B239B3B932CE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INTERNATIONAL CONFERENCE ON EMERGING TRENDS IN ARTIFICIAL INTELLIGENCE &amp; COMPUTATIONAL SCIENCES (ICET-AICS 2026)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868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E4F8E-1404-41D9-9166-986E965C8739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INTERNATIONAL CONFERENCE ON EMERGING TRENDS IN ARTIFICIAL INTELLIGENCE &amp; COMPUTATIONAL SCIENCES (ICET-AICS 2026)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03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6DB91-CDA8-48AF-8053-7195E859EAB3}" type="datetime1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INTERNATIONAL CONFERENCE ON EMERGING TRENDS IN ARTIFICIAL INTELLIGENCE &amp; COMPUTATIONAL SCIENCES (ICET-AICS 2026)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398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45674-AF37-467C-85D5-ABCFD3D39085}" type="datetime1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INTERNATIONAL CONFERENCE ON EMERGING TRENDS IN ARTIFICIAL INTELLIGENCE &amp; COMPUTATIONAL SCIENCES (ICET-AICS 2026)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58F5-84ED-4111-BBA8-89F967312DC5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INTERNATIONAL CONFERENCE ON EMERGING TRENDS IN ARTIFICIAL INTELLIGENCE &amp; COMPUTATIONAL SCIENCES (ICET-AICS 2026)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720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E89DE-D5F1-4FE5-9D9A-017E710A112A}" type="datetime1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INTERNATIONAL CONFERENCE ON EMERGING TRENDS IN ARTIFICIAL INTELLIGENCE &amp; COMPUTATIONAL SCIENCES (ICET-AICS 2026)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52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22E9B-7033-48B9-8EC0-7C937A173EC9}" type="datetime1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INTERNATIONAL CONFERENCE ON EMERGING TRENDS IN ARTIFICIAL INTELLIGENCE &amp; COMPUTATIONAL SCIENCES (ICET-AICS 2026)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5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719BA-1EF6-40F4-B239-EE9F52293BE4}" type="datetime1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INTERNATIONAL CONFERENCE ON EMERGING TRENDS IN ARTIFICIAL INTELLIGENCE &amp; COMPUTATIONAL SCIENCES (ICET-AICS 2026)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68E34-916C-4126-B5AE-E2221B26F0C8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INTERNATIONAL CONFERENCE ON EMERGING TRENDS IN ARTIFICIAL INTELLIGENCE &amp; COMPUTATIONAL SCIENCES (ICET-AICS 2026)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72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B28F-6CF0-441D-92F8-BEAFAE1ABCAA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INTERNATIONAL CONFERENCE ON EMERGING TRENDS IN ARTIFICIAL INTELLIGENCE &amp; COMPUTATIONAL SCIENCES (ICET-AICS 2026)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7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4345B6-8E37-496F-AAAD-F3E56DE9EEC0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smtClean="0"/>
              <a:t>INTERNATIONAL CONFERENCE ON EMERGING TRENDS IN ARTIFICIAL INTELLIGENCE &amp; COMPUTATIONAL SCIENCES (ICET-AICS 2026)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772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188" y="985839"/>
            <a:ext cx="7886700" cy="2852737"/>
          </a:xfrm>
        </p:spPr>
        <p:txBody>
          <a:bodyPr>
            <a:normAutofit/>
          </a:bodyPr>
          <a:lstStyle/>
          <a:p>
            <a:pPr algn="ctr"/>
            <a:r>
              <a:rPr lang="en-IN" dirty="0" smtClean="0"/>
              <a:t>Research Title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23888" y="3838576"/>
            <a:ext cx="7886700" cy="2251075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Author Name(s)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Department, ……….. (Affiliation)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ICET-AICS </a:t>
            </a:r>
            <a:r>
              <a:rPr lang="en-US" dirty="0">
                <a:solidFill>
                  <a:schemeClr val="tx1"/>
                </a:solidFill>
              </a:rPr>
              <a:t>2026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xmlns="" id="{96CBA7D7-9911-88A1-C45B-3ED599570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9799" y="6330951"/>
            <a:ext cx="4833809" cy="365125"/>
          </a:xfrm>
        </p:spPr>
        <p:txBody>
          <a:bodyPr/>
          <a:lstStyle/>
          <a:p>
            <a:r>
              <a:rPr lang="en-US" dirty="0" smtClean="0"/>
              <a:t>INTERNATIONAL CONFERENCE ON EMERGING TRENDS IN ARTIFICIAL INTELLIGENCE &amp; COMPUTATIONAL SCIENCES (ICET-AICS 2026)</a:t>
            </a:r>
            <a:endParaRPr lang="en-US" dirty="0"/>
          </a:p>
        </p:txBody>
      </p:sp>
      <p:pic>
        <p:nvPicPr>
          <p:cNvPr id="10" name="Picture 4" descr="Delhi University DU LOGO SK PURPLE ...">
            <a:extLst>
              <a:ext uri="{FF2B5EF4-FFF2-40B4-BE49-F238E27FC236}">
                <a16:creationId xmlns:a16="http://schemas.microsoft.com/office/drawing/2014/main" xmlns="" id="{B7EE1057-4630-8AAD-84CC-52ED1C85C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7724" cy="98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512976A-FCE6-69AC-D4BA-CEC5319F7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912" y="-104935"/>
            <a:ext cx="1155206" cy="1143699"/>
          </a:xfrm>
          <a:prstGeom prst="rect">
            <a:avLst/>
          </a:prstGeom>
        </p:spPr>
      </p:pic>
      <p:pic>
        <p:nvPicPr>
          <p:cNvPr id="12" name="Picture 2" descr="We are thrilled to unveil the winners of the historic Logo Designing  Contest, a pivotal moment that defines our visual identity for years to  come! These exceptional designs, crafted by the artistic… |">
            <a:extLst>
              <a:ext uri="{FF2B5EF4-FFF2-40B4-BE49-F238E27FC236}">
                <a16:creationId xmlns:a16="http://schemas.microsoft.com/office/drawing/2014/main" xmlns="" id="{FEC5CF7E-D071-731C-D087-69C1DAF11D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" t="4549" b="1649"/>
          <a:stretch>
            <a:fillRect/>
          </a:stretch>
        </p:blipFill>
        <p:spPr bwMode="auto">
          <a:xfrm>
            <a:off x="7043609" y="82333"/>
            <a:ext cx="887479" cy="85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831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40783"/>
            <a:ext cx="7886700" cy="1325563"/>
          </a:xfrm>
        </p:spPr>
        <p:txBody>
          <a:bodyPr>
            <a:normAutofit/>
          </a:bodyPr>
          <a:lstStyle/>
          <a:p>
            <a:r>
              <a:rPr lang="en-IN" dirty="0"/>
              <a:t>Abstract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52699"/>
            <a:ext cx="7886700" cy="3624263"/>
          </a:xfrm>
        </p:spPr>
        <p:txBody>
          <a:bodyPr>
            <a:normAutofit/>
          </a:bodyPr>
          <a:lstStyle/>
          <a:p>
            <a:r>
              <a:rPr lang="en-US" dirty="0"/>
              <a:t>Brief summary of the research problem, methodology, and key findings.</a:t>
            </a:r>
          </a:p>
          <a:p>
            <a:r>
              <a:rPr lang="en-US" dirty="0"/>
              <a:t>Keywords</a:t>
            </a:r>
          </a:p>
        </p:txBody>
      </p:sp>
      <p:pic>
        <p:nvPicPr>
          <p:cNvPr id="10" name="Picture 4" descr="Delhi University DU LOGO SK PURPLE ...">
            <a:extLst>
              <a:ext uri="{FF2B5EF4-FFF2-40B4-BE49-F238E27FC236}">
                <a16:creationId xmlns:a16="http://schemas.microsoft.com/office/drawing/2014/main" xmlns="" id="{B7EE1057-4630-8AAD-84CC-52ED1C85C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7724" cy="98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512976A-FCE6-69AC-D4BA-CEC5319F7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912" y="-104935"/>
            <a:ext cx="1155206" cy="1143699"/>
          </a:xfrm>
          <a:prstGeom prst="rect">
            <a:avLst/>
          </a:prstGeom>
        </p:spPr>
      </p:pic>
      <p:pic>
        <p:nvPicPr>
          <p:cNvPr id="12" name="Picture 2" descr="We are thrilled to unveil the winners of the historic Logo Designing  Contest, a pivotal moment that defines our visual identity for years to  come! These exceptional designs, crafted by the artistic… |">
            <a:extLst>
              <a:ext uri="{FF2B5EF4-FFF2-40B4-BE49-F238E27FC236}">
                <a16:creationId xmlns:a16="http://schemas.microsoft.com/office/drawing/2014/main" xmlns="" id="{FEC5CF7E-D071-731C-D087-69C1DAF11D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" t="4549" b="1649"/>
          <a:stretch>
            <a:fillRect/>
          </a:stretch>
        </p:blipFill>
        <p:spPr bwMode="auto">
          <a:xfrm>
            <a:off x="7043609" y="82333"/>
            <a:ext cx="887479" cy="85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xmlns="" id="{96CBA7D7-9911-88A1-C45B-3ED599570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9799" y="6330951"/>
            <a:ext cx="4833809" cy="365125"/>
          </a:xfrm>
        </p:spPr>
        <p:txBody>
          <a:bodyPr/>
          <a:lstStyle/>
          <a:p>
            <a:r>
              <a:rPr lang="en-US" dirty="0" smtClean="0"/>
              <a:t>INTERNATIONAL CONFERENCE ON EMERGING TRENDS IN ARTIFICIAL INTELLIGENCE &amp; COMPUTATIONAL SCIENCES (ICET-AICS 2026)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484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40783"/>
            <a:ext cx="7886700" cy="1325563"/>
          </a:xfrm>
        </p:spPr>
        <p:txBody>
          <a:bodyPr>
            <a:normAutofit/>
          </a:bodyPr>
          <a:lstStyle/>
          <a:p>
            <a:r>
              <a:rPr lang="en-IN" dirty="0"/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52699"/>
            <a:ext cx="7886700" cy="3624263"/>
          </a:xfrm>
        </p:spPr>
        <p:txBody>
          <a:bodyPr>
            <a:normAutofit/>
          </a:bodyPr>
          <a:lstStyle/>
          <a:p>
            <a:r>
              <a:rPr lang="en-US" dirty="0" smtClean="0"/>
              <a:t>Background </a:t>
            </a:r>
            <a:r>
              <a:rPr lang="en-US" dirty="0"/>
              <a:t>of the problem</a:t>
            </a:r>
          </a:p>
          <a:p>
            <a:r>
              <a:rPr lang="en-US" dirty="0"/>
              <a:t>Motivation</a:t>
            </a:r>
          </a:p>
          <a:p>
            <a:r>
              <a:rPr lang="en-US" dirty="0"/>
              <a:t>Research gap</a:t>
            </a:r>
          </a:p>
        </p:txBody>
      </p:sp>
      <p:pic>
        <p:nvPicPr>
          <p:cNvPr id="10" name="Picture 4" descr="Delhi University DU LOGO SK PURPLE ...">
            <a:extLst>
              <a:ext uri="{FF2B5EF4-FFF2-40B4-BE49-F238E27FC236}">
                <a16:creationId xmlns:a16="http://schemas.microsoft.com/office/drawing/2014/main" xmlns="" id="{B7EE1057-4630-8AAD-84CC-52ED1C85C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7724" cy="98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512976A-FCE6-69AC-D4BA-CEC5319F7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912" y="-104935"/>
            <a:ext cx="1155206" cy="1143699"/>
          </a:xfrm>
          <a:prstGeom prst="rect">
            <a:avLst/>
          </a:prstGeom>
        </p:spPr>
      </p:pic>
      <p:pic>
        <p:nvPicPr>
          <p:cNvPr id="12" name="Picture 2" descr="We are thrilled to unveil the winners of the historic Logo Designing  Contest, a pivotal moment that defines our visual identity for years to  come! These exceptional designs, crafted by the artistic… |">
            <a:extLst>
              <a:ext uri="{FF2B5EF4-FFF2-40B4-BE49-F238E27FC236}">
                <a16:creationId xmlns:a16="http://schemas.microsoft.com/office/drawing/2014/main" xmlns="" id="{FEC5CF7E-D071-731C-D087-69C1DAF11D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" t="4549" b="1649"/>
          <a:stretch>
            <a:fillRect/>
          </a:stretch>
        </p:blipFill>
        <p:spPr bwMode="auto">
          <a:xfrm>
            <a:off x="7043609" y="82333"/>
            <a:ext cx="887479" cy="85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xmlns="" id="{96CBA7D7-9911-88A1-C45B-3ED599570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9799" y="6330951"/>
            <a:ext cx="4833809" cy="365125"/>
          </a:xfrm>
        </p:spPr>
        <p:txBody>
          <a:bodyPr/>
          <a:lstStyle/>
          <a:p>
            <a:r>
              <a:rPr lang="en-US" dirty="0" smtClean="0"/>
              <a:t>INTERNATIONAL CONFERENCE ON EMERGING TRENDS IN ARTIFICIAL INTELLIGENCE &amp; COMPUTATIONAL SCIENCES (ICET-AICS 2026)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428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40783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>Literature Review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35101"/>
            <a:ext cx="7886700" cy="474186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Key studies</a:t>
            </a:r>
          </a:p>
          <a:p>
            <a:r>
              <a:rPr lang="en-US" dirty="0"/>
              <a:t>Research gaps identified</a:t>
            </a:r>
          </a:p>
        </p:txBody>
      </p:sp>
      <p:pic>
        <p:nvPicPr>
          <p:cNvPr id="10" name="Picture 4" descr="Delhi University DU LOGO SK PURPLE ...">
            <a:extLst>
              <a:ext uri="{FF2B5EF4-FFF2-40B4-BE49-F238E27FC236}">
                <a16:creationId xmlns:a16="http://schemas.microsoft.com/office/drawing/2014/main" xmlns="" id="{B7EE1057-4630-8AAD-84CC-52ED1C85C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7724" cy="98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512976A-FCE6-69AC-D4BA-CEC5319F7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912" y="-104935"/>
            <a:ext cx="1155206" cy="1143699"/>
          </a:xfrm>
          <a:prstGeom prst="rect">
            <a:avLst/>
          </a:prstGeom>
        </p:spPr>
      </p:pic>
      <p:pic>
        <p:nvPicPr>
          <p:cNvPr id="12" name="Picture 2" descr="We are thrilled to unveil the winners of the historic Logo Designing  Contest, a pivotal moment that defines our visual identity for years to  come! These exceptional designs, crafted by the artistic… |">
            <a:extLst>
              <a:ext uri="{FF2B5EF4-FFF2-40B4-BE49-F238E27FC236}">
                <a16:creationId xmlns:a16="http://schemas.microsoft.com/office/drawing/2014/main" xmlns="" id="{FEC5CF7E-D071-731C-D087-69C1DAF11D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" t="4549" b="1649"/>
          <a:stretch>
            <a:fillRect/>
          </a:stretch>
        </p:blipFill>
        <p:spPr bwMode="auto">
          <a:xfrm>
            <a:off x="7043609" y="82333"/>
            <a:ext cx="887479" cy="85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xmlns="" id="{96CBA7D7-9911-88A1-C45B-3ED599570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9799" y="6330951"/>
            <a:ext cx="4833809" cy="365125"/>
          </a:xfrm>
        </p:spPr>
        <p:txBody>
          <a:bodyPr/>
          <a:lstStyle/>
          <a:p>
            <a:r>
              <a:rPr lang="en-US" dirty="0" smtClean="0"/>
              <a:t>INTERNATIONAL CONFERENCE ON EMERGING TRENDS IN ARTIFICIAL INTELLIGENCE &amp; COMPUTATIONAL SCIENCES (ICET-AICS 2026)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236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40783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>Methodology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3174999"/>
            <a:ext cx="7886700" cy="3001963"/>
          </a:xfrm>
        </p:spPr>
        <p:txBody>
          <a:bodyPr/>
          <a:lstStyle/>
          <a:p>
            <a:r>
              <a:rPr lang="en-US" dirty="0" smtClean="0"/>
              <a:t>Research </a:t>
            </a:r>
            <a:r>
              <a:rPr lang="en-US" dirty="0"/>
              <a:t>design</a:t>
            </a:r>
          </a:p>
          <a:p>
            <a:r>
              <a:rPr lang="en-US" dirty="0"/>
              <a:t>Data collection</a:t>
            </a:r>
          </a:p>
          <a:p>
            <a:r>
              <a:rPr lang="en-US" dirty="0"/>
              <a:t>Tools &amp; techniques</a:t>
            </a:r>
          </a:p>
        </p:txBody>
      </p:sp>
      <p:pic>
        <p:nvPicPr>
          <p:cNvPr id="10" name="Picture 4" descr="Delhi University DU LOGO SK PURPLE ...">
            <a:extLst>
              <a:ext uri="{FF2B5EF4-FFF2-40B4-BE49-F238E27FC236}">
                <a16:creationId xmlns:a16="http://schemas.microsoft.com/office/drawing/2014/main" xmlns="" id="{B7EE1057-4630-8AAD-84CC-52ED1C85C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7724" cy="98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512976A-FCE6-69AC-D4BA-CEC5319F7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912" y="-104935"/>
            <a:ext cx="1155206" cy="1143699"/>
          </a:xfrm>
          <a:prstGeom prst="rect">
            <a:avLst/>
          </a:prstGeom>
        </p:spPr>
      </p:pic>
      <p:pic>
        <p:nvPicPr>
          <p:cNvPr id="12" name="Picture 2" descr="We are thrilled to unveil the winners of the historic Logo Designing  Contest, a pivotal moment that defines our visual identity for years to  come! These exceptional designs, crafted by the artistic… |">
            <a:extLst>
              <a:ext uri="{FF2B5EF4-FFF2-40B4-BE49-F238E27FC236}">
                <a16:creationId xmlns:a16="http://schemas.microsoft.com/office/drawing/2014/main" xmlns="" id="{FEC5CF7E-D071-731C-D087-69C1DAF11D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" t="4549" b="1649"/>
          <a:stretch>
            <a:fillRect/>
          </a:stretch>
        </p:blipFill>
        <p:spPr bwMode="auto">
          <a:xfrm>
            <a:off x="7043609" y="82333"/>
            <a:ext cx="887479" cy="85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xmlns="" id="{96CBA7D7-9911-88A1-C45B-3ED599570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9799" y="6330951"/>
            <a:ext cx="4833809" cy="365125"/>
          </a:xfrm>
        </p:spPr>
        <p:txBody>
          <a:bodyPr/>
          <a:lstStyle/>
          <a:p>
            <a:r>
              <a:rPr lang="en-US" dirty="0" smtClean="0"/>
              <a:t>INTERNATIONAL CONFERENCE ON EMERGING TRENDS IN ARTIFICIAL INTELLIGENCE &amp; COMPUTATIONAL SCIENCES (ICET-AICS 2026)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74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39183"/>
            <a:ext cx="7886700" cy="1325563"/>
          </a:xfrm>
        </p:spPr>
        <p:txBody>
          <a:bodyPr>
            <a:normAutofit/>
          </a:bodyPr>
          <a:lstStyle/>
          <a:p>
            <a:r>
              <a:rPr lang="en-IN" dirty="0"/>
              <a:t>Results &amp; 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349500"/>
            <a:ext cx="7886700" cy="3827462"/>
          </a:xfrm>
        </p:spPr>
        <p:txBody>
          <a:bodyPr/>
          <a:lstStyle/>
          <a:p>
            <a:r>
              <a:rPr lang="en-US" dirty="0"/>
              <a:t>Key findings</a:t>
            </a:r>
          </a:p>
          <a:p>
            <a:r>
              <a:rPr lang="en-US" dirty="0"/>
              <a:t>Tables/Graphs (to be inserted)</a:t>
            </a:r>
          </a:p>
        </p:txBody>
      </p:sp>
      <p:pic>
        <p:nvPicPr>
          <p:cNvPr id="10" name="Picture 4" descr="Delhi University DU LOGO SK PURPLE ...">
            <a:extLst>
              <a:ext uri="{FF2B5EF4-FFF2-40B4-BE49-F238E27FC236}">
                <a16:creationId xmlns:a16="http://schemas.microsoft.com/office/drawing/2014/main" xmlns="" id="{B7EE1057-4630-8AAD-84CC-52ED1C85C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7724" cy="98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512976A-FCE6-69AC-D4BA-CEC5319F7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912" y="-104935"/>
            <a:ext cx="1155206" cy="1143699"/>
          </a:xfrm>
          <a:prstGeom prst="rect">
            <a:avLst/>
          </a:prstGeom>
        </p:spPr>
      </p:pic>
      <p:pic>
        <p:nvPicPr>
          <p:cNvPr id="12" name="Picture 2" descr="We are thrilled to unveil the winners of the historic Logo Designing  Contest, a pivotal moment that defines our visual identity for years to  come! These exceptional designs, crafted by the artistic… |">
            <a:extLst>
              <a:ext uri="{FF2B5EF4-FFF2-40B4-BE49-F238E27FC236}">
                <a16:creationId xmlns:a16="http://schemas.microsoft.com/office/drawing/2014/main" xmlns="" id="{FEC5CF7E-D071-731C-D087-69C1DAF11D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" t="4549" b="1649"/>
          <a:stretch>
            <a:fillRect/>
          </a:stretch>
        </p:blipFill>
        <p:spPr bwMode="auto">
          <a:xfrm>
            <a:off x="7043609" y="82333"/>
            <a:ext cx="887479" cy="85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xmlns="" id="{96CBA7D7-9911-88A1-C45B-3ED599570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9799" y="6330951"/>
            <a:ext cx="4833809" cy="365125"/>
          </a:xfrm>
        </p:spPr>
        <p:txBody>
          <a:bodyPr/>
          <a:lstStyle/>
          <a:p>
            <a:r>
              <a:rPr lang="en-US" dirty="0" smtClean="0"/>
              <a:t>INTERNATIONAL CONFERENCE ON EMERGING TRENDS IN ARTIFICIAL INTELLIGENCE &amp; COMPUTATIONAL SCIENCES (ICET-AICS 2026)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86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40783"/>
            <a:ext cx="7886700" cy="1325563"/>
          </a:xfrm>
        </p:spPr>
        <p:txBody>
          <a:bodyPr>
            <a:normAutofit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Discussion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3174999"/>
            <a:ext cx="7886700" cy="3001963"/>
          </a:xfrm>
        </p:spPr>
        <p:txBody>
          <a:bodyPr/>
          <a:lstStyle/>
          <a:p>
            <a:r>
              <a:rPr lang="en-US" dirty="0" smtClean="0"/>
              <a:t>Interpretation </a:t>
            </a:r>
            <a:r>
              <a:rPr lang="en-US" dirty="0"/>
              <a:t>of results</a:t>
            </a:r>
          </a:p>
          <a:p>
            <a:r>
              <a:rPr lang="en-US" dirty="0"/>
              <a:t>Comparison with prior studies</a:t>
            </a:r>
          </a:p>
        </p:txBody>
      </p:sp>
      <p:pic>
        <p:nvPicPr>
          <p:cNvPr id="10" name="Picture 4" descr="Delhi University DU LOGO SK PURPLE ...">
            <a:extLst>
              <a:ext uri="{FF2B5EF4-FFF2-40B4-BE49-F238E27FC236}">
                <a16:creationId xmlns:a16="http://schemas.microsoft.com/office/drawing/2014/main" xmlns="" id="{B7EE1057-4630-8AAD-84CC-52ED1C85C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7724" cy="98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512976A-FCE6-69AC-D4BA-CEC5319F7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912" y="-104935"/>
            <a:ext cx="1155206" cy="1143699"/>
          </a:xfrm>
          <a:prstGeom prst="rect">
            <a:avLst/>
          </a:prstGeom>
        </p:spPr>
      </p:pic>
      <p:pic>
        <p:nvPicPr>
          <p:cNvPr id="12" name="Picture 2" descr="We are thrilled to unveil the winners of the historic Logo Designing  Contest, a pivotal moment that defines our visual identity for years to  come! These exceptional designs, crafted by the artistic… |">
            <a:extLst>
              <a:ext uri="{FF2B5EF4-FFF2-40B4-BE49-F238E27FC236}">
                <a16:creationId xmlns:a16="http://schemas.microsoft.com/office/drawing/2014/main" xmlns="" id="{FEC5CF7E-D071-731C-D087-69C1DAF11D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" t="4549" b="1649"/>
          <a:stretch>
            <a:fillRect/>
          </a:stretch>
        </p:blipFill>
        <p:spPr bwMode="auto">
          <a:xfrm>
            <a:off x="7043609" y="82333"/>
            <a:ext cx="887479" cy="85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xmlns="" id="{96CBA7D7-9911-88A1-C45B-3ED599570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9799" y="6330951"/>
            <a:ext cx="4833809" cy="365125"/>
          </a:xfrm>
        </p:spPr>
        <p:txBody>
          <a:bodyPr/>
          <a:lstStyle/>
          <a:p>
            <a:r>
              <a:rPr lang="en-US" dirty="0" smtClean="0"/>
              <a:t>INTERNATIONAL CONFERENCE ON EMERGING TRENDS IN ARTIFICIAL INTELLIGENCE &amp; COMPUTATIONAL SCIENCES (ICET-AICS 2026)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34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40783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3174999"/>
            <a:ext cx="7886700" cy="3001963"/>
          </a:xfrm>
        </p:spPr>
        <p:txBody>
          <a:bodyPr/>
          <a:lstStyle/>
          <a:p>
            <a:r>
              <a:rPr lang="en-US" dirty="0" smtClean="0"/>
              <a:t>Extensions </a:t>
            </a:r>
            <a:r>
              <a:rPr lang="en-US" dirty="0"/>
              <a:t>of the study</a:t>
            </a:r>
          </a:p>
          <a:p>
            <a:r>
              <a:rPr lang="en-US" dirty="0"/>
              <a:t>Limitations</a:t>
            </a:r>
          </a:p>
        </p:txBody>
      </p:sp>
      <p:pic>
        <p:nvPicPr>
          <p:cNvPr id="10" name="Picture 4" descr="Delhi University DU LOGO SK PURPLE ...">
            <a:extLst>
              <a:ext uri="{FF2B5EF4-FFF2-40B4-BE49-F238E27FC236}">
                <a16:creationId xmlns:a16="http://schemas.microsoft.com/office/drawing/2014/main" xmlns="" id="{B7EE1057-4630-8AAD-84CC-52ED1C85C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7724" cy="98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512976A-FCE6-69AC-D4BA-CEC5319F7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912" y="-104935"/>
            <a:ext cx="1155206" cy="1143699"/>
          </a:xfrm>
          <a:prstGeom prst="rect">
            <a:avLst/>
          </a:prstGeom>
        </p:spPr>
      </p:pic>
      <p:pic>
        <p:nvPicPr>
          <p:cNvPr id="12" name="Picture 2" descr="We are thrilled to unveil the winners of the historic Logo Designing  Contest, a pivotal moment that defines our visual identity for years to  come! These exceptional designs, crafted by the artistic… |">
            <a:extLst>
              <a:ext uri="{FF2B5EF4-FFF2-40B4-BE49-F238E27FC236}">
                <a16:creationId xmlns:a16="http://schemas.microsoft.com/office/drawing/2014/main" xmlns="" id="{FEC5CF7E-D071-731C-D087-69C1DAF11D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" t="4549" b="1649"/>
          <a:stretch>
            <a:fillRect/>
          </a:stretch>
        </p:blipFill>
        <p:spPr bwMode="auto">
          <a:xfrm>
            <a:off x="7043609" y="82333"/>
            <a:ext cx="887479" cy="85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xmlns="" id="{96CBA7D7-9911-88A1-C45B-3ED599570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9799" y="6330951"/>
            <a:ext cx="4833809" cy="365125"/>
          </a:xfrm>
        </p:spPr>
        <p:txBody>
          <a:bodyPr/>
          <a:lstStyle/>
          <a:p>
            <a:r>
              <a:rPr lang="en-US" dirty="0" smtClean="0"/>
              <a:t>INTERNATIONAL CONFERENCE ON EMERGING TRENDS IN ARTIFICIAL INTELLIGENCE &amp; COMPUTATIONAL SCIENCES (ICET-AICS 2026)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480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40783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Future </a:t>
            </a:r>
            <a:r>
              <a:rPr lang="en-IN" dirty="0"/>
              <a:t>Scope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3174999"/>
            <a:ext cx="7886700" cy="30019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Extensions </a:t>
            </a:r>
            <a:r>
              <a:rPr lang="en-US" dirty="0"/>
              <a:t>of the study</a:t>
            </a:r>
          </a:p>
          <a:p>
            <a:r>
              <a:rPr lang="en-US" dirty="0"/>
              <a:t>Limitations</a:t>
            </a:r>
          </a:p>
        </p:txBody>
      </p:sp>
      <p:pic>
        <p:nvPicPr>
          <p:cNvPr id="10" name="Picture 4" descr="Delhi University DU LOGO SK PURPLE ...">
            <a:extLst>
              <a:ext uri="{FF2B5EF4-FFF2-40B4-BE49-F238E27FC236}">
                <a16:creationId xmlns:a16="http://schemas.microsoft.com/office/drawing/2014/main" xmlns="" id="{B7EE1057-4630-8AAD-84CC-52ED1C85C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7724" cy="98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512976A-FCE6-69AC-D4BA-CEC5319F7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912" y="-104935"/>
            <a:ext cx="1155206" cy="1143699"/>
          </a:xfrm>
          <a:prstGeom prst="rect">
            <a:avLst/>
          </a:prstGeom>
        </p:spPr>
      </p:pic>
      <p:pic>
        <p:nvPicPr>
          <p:cNvPr id="12" name="Picture 2" descr="We are thrilled to unveil the winners of the historic Logo Designing  Contest, a pivotal moment that defines our visual identity for years to  come! These exceptional designs, crafted by the artistic… |">
            <a:extLst>
              <a:ext uri="{FF2B5EF4-FFF2-40B4-BE49-F238E27FC236}">
                <a16:creationId xmlns:a16="http://schemas.microsoft.com/office/drawing/2014/main" xmlns="" id="{FEC5CF7E-D071-731C-D087-69C1DAF11D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" t="4549" b="1649"/>
          <a:stretch>
            <a:fillRect/>
          </a:stretch>
        </p:blipFill>
        <p:spPr bwMode="auto">
          <a:xfrm>
            <a:off x="7043609" y="82333"/>
            <a:ext cx="887479" cy="85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xmlns="" id="{96CBA7D7-9911-88A1-C45B-3ED599570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9799" y="6330951"/>
            <a:ext cx="4833809" cy="365125"/>
          </a:xfrm>
        </p:spPr>
        <p:txBody>
          <a:bodyPr/>
          <a:lstStyle/>
          <a:p>
            <a:r>
              <a:rPr lang="en-US" dirty="0" smtClean="0"/>
              <a:t>INTERNATIONAL CONFERENCE ON EMERGING TRENDS IN ARTIFICIAL INTELLIGENCE &amp; COMPUTATIONAL SCIENCES (ICET-AICS 2026)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729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40783"/>
            <a:ext cx="7886700" cy="1325563"/>
          </a:xfrm>
        </p:spPr>
        <p:txBody>
          <a:bodyPr>
            <a:normAutofit/>
          </a:bodyPr>
          <a:lstStyle/>
          <a:p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References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3174999"/>
            <a:ext cx="7886700" cy="3001963"/>
          </a:xfrm>
        </p:spPr>
        <p:txBody>
          <a:bodyPr/>
          <a:lstStyle/>
          <a:p>
            <a:r>
              <a:rPr lang="en-US" dirty="0" smtClean="0"/>
              <a:t>IEEE style </a:t>
            </a:r>
            <a:r>
              <a:rPr lang="en-US" dirty="0"/>
              <a:t>references</a:t>
            </a:r>
          </a:p>
          <a:p>
            <a:endParaRPr lang="en-US" dirty="0"/>
          </a:p>
        </p:txBody>
      </p:sp>
      <p:pic>
        <p:nvPicPr>
          <p:cNvPr id="10" name="Picture 4" descr="Delhi University DU LOGO SK PURPLE ...">
            <a:extLst>
              <a:ext uri="{FF2B5EF4-FFF2-40B4-BE49-F238E27FC236}">
                <a16:creationId xmlns:a16="http://schemas.microsoft.com/office/drawing/2014/main" xmlns="" id="{B7EE1057-4630-8AAD-84CC-52ED1C85C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7724" cy="98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1512976A-FCE6-69AC-D4BA-CEC5319F7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912" y="-104935"/>
            <a:ext cx="1155206" cy="1143699"/>
          </a:xfrm>
          <a:prstGeom prst="rect">
            <a:avLst/>
          </a:prstGeom>
        </p:spPr>
      </p:pic>
      <p:pic>
        <p:nvPicPr>
          <p:cNvPr id="12" name="Picture 2" descr="We are thrilled to unveil the winners of the historic Logo Designing  Contest, a pivotal moment that defines our visual identity for years to  come! These exceptional designs, crafted by the artistic… |">
            <a:extLst>
              <a:ext uri="{FF2B5EF4-FFF2-40B4-BE49-F238E27FC236}">
                <a16:creationId xmlns:a16="http://schemas.microsoft.com/office/drawing/2014/main" xmlns="" id="{FEC5CF7E-D071-731C-D087-69C1DAF11D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7" t="4549" b="1649"/>
          <a:stretch>
            <a:fillRect/>
          </a:stretch>
        </p:blipFill>
        <p:spPr bwMode="auto">
          <a:xfrm>
            <a:off x="7043609" y="82333"/>
            <a:ext cx="887479" cy="85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xmlns="" id="{96CBA7D7-9911-88A1-C45B-3ED599570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09799" y="6330951"/>
            <a:ext cx="4833809" cy="365125"/>
          </a:xfrm>
        </p:spPr>
        <p:txBody>
          <a:bodyPr/>
          <a:lstStyle/>
          <a:p>
            <a:r>
              <a:rPr lang="en-US" dirty="0" smtClean="0"/>
              <a:t>INTERNATIONAL CONFERENCE ON EMERGING TRENDS IN ARTIFICIAL INTELLIGENCE &amp; COMPUTATIONAL SCIENCES (ICET-AICS 2026)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817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Words>229</Words>
  <Application>Microsoft Office PowerPoint</Application>
  <PresentationFormat>On-screen Show (4:3)</PresentationFormat>
  <Paragraphs>47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Research Title</vt:lpstr>
      <vt:lpstr>Abstract</vt:lpstr>
      <vt:lpstr>Introduction</vt:lpstr>
      <vt:lpstr>  Literature Review</vt:lpstr>
      <vt:lpstr>  Methodology</vt:lpstr>
      <vt:lpstr>Results &amp; Analysis</vt:lpstr>
      <vt:lpstr> Discussion</vt:lpstr>
      <vt:lpstr>  Conclusion</vt:lpstr>
      <vt:lpstr>   Future Scope</vt:lpstr>
      <vt:lpstr> References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Title</dc:title>
  <dc:creator>Admin</dc:creator>
  <dc:description>generated using python-pptx</dc:description>
  <cp:lastModifiedBy>user</cp:lastModifiedBy>
  <cp:revision>16</cp:revision>
  <dcterms:created xsi:type="dcterms:W3CDTF">2013-01-27T09:14:16Z</dcterms:created>
  <dcterms:modified xsi:type="dcterms:W3CDTF">2026-04-04T18:04:34Z</dcterms:modified>
</cp:coreProperties>
</file>